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6" r:id="rId4"/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21A8DF-9A85-474C-B6F2-E6E3BD40262E}">
          <p14:sldIdLst>
            <p14:sldId id="256"/>
            <p14:sldId id="264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E3A1"/>
    <a:srgbClr val="CBA6F7"/>
    <a:srgbClr val="F38BA8"/>
    <a:srgbClr val="FAB387"/>
    <a:srgbClr val="F9E2AF"/>
    <a:srgbClr val="89B4FA"/>
    <a:srgbClr val="B4BEFE"/>
    <a:srgbClr val="CDD6F4"/>
    <a:srgbClr val="181825"/>
    <a:srgbClr val="1111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0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2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3A83-5DEB-3060-FB2B-F43E500CF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2EA2E-69F0-4ED4-79E7-3D469F301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E6E83-58AB-330F-60ED-FCB9FD7B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D54DB-E3A9-B753-0DDF-87FD8992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1BB5D-1A1A-4719-5444-B6FB2C82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98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941D-FB1B-5B01-95AC-2A1BECE27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C03D-34FF-361A-D4AC-F0D528182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DB312-014A-7725-5010-B3F53CE0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E50F2-D6D9-0CD7-3E54-228E897B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D264C-F9C9-F4BF-D5AA-8E44933B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86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1CB2-B1A4-3BB3-139E-C166F35CC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E5330-35EF-E7B9-55BA-47AD28E3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E4AD1-520F-BCCB-722A-53FF7127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9EBD7-0E96-D663-20F5-21242E77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C0A10-CF44-0681-B02C-9EEBDAF6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21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756F-9DD1-5706-AA73-934E9F6B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69F52-2932-1FE0-50EC-C926926F5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78A46-C211-1438-3E93-3136669F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1B63D-7A64-7DDF-90C9-A96EBB99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352F6-A7B6-80A0-C8CC-F6F2B3F7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7E467-699F-59A3-D27B-D31F4DF4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53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E4EF7-A37E-7C24-70D5-6DA991EE0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B6F89-3003-FF3B-3A6A-37899E40D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C6BCF-2DE9-1FCC-76BB-6EBF3B3B9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0CDF56-1C5B-29A9-8F97-FE1FE85FD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75EBE-6F0A-5C6D-7E83-AD8D09E7D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66F64D-46BF-A8F1-1235-B8903703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E1970-21E2-3C0A-AE5D-CD44D1EB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467D86-52A9-66C6-3AA4-11C50D5B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99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CD9A-F4F0-5356-12AC-38C31D9E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9D380-9F3A-88EC-8058-133260F89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C0D39-F071-2DB4-8387-F358500C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3FEA2-B138-9804-B235-37CE01F2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73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1889FB-17EF-A105-2689-71768FB9B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D2EBB5-D748-7230-6C36-624DA5717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82AF9-286F-94F0-7D01-35F18A2B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206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02B06-7E05-4FB9-AC01-7118FF477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6A265-6A0B-9C5F-0190-B19B8EBD3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1E4E3-0094-976C-16F6-1A540703A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06909-3D34-8505-03E3-CA653E49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B0A3D-CBF7-7CDA-050D-2F78EB4AB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5E6A5-4D32-494C-DFD1-C2C54B84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78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525C-6DAE-A2B8-F886-608A5CEAB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CB0E03-9089-C7E3-EA82-13674B2B5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F02B6-B1EA-3A6C-A9EB-78DBD3A34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7B1F9-9322-1DF9-7F38-A758BC529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BA90C-DFD6-FA95-95BD-E9DA1426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13A49-0A42-21DA-EF59-F4AC4AEC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00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BC26-E954-755C-F8EF-6C8ECE8DF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B18D8-198F-D540-79C8-58306C552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7CB17-DBF9-01BA-F626-C378C5FA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7ABD-DF1F-46C2-1F08-83A8A8C7E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10DDF-C287-567F-7447-0C97CE57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896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5813EF-5297-796E-1064-5356B3550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8F1B2-9CF3-5E62-9346-2845F216E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5025-93E5-40AA-6E54-66AD5AAC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6141B-1ACC-22BF-38D7-591BDEC9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398B-F387-F373-50A3-DCC10812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7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490E6-563B-AA3D-1833-C68BEC67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B720A-EC48-9653-D860-059B7A370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ABA64-983F-8EC8-9E9C-5E22C3A53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63B6A-6BCC-454B-8859-8F44071057AF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8D4FB-FE4B-038F-680E-AD6E81F70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E9956-0A15-3617-0D3C-C09A3464E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10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C964-F669-F88E-E187-EF3AA49BA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 err="1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ASyMphony</a:t>
            </a:r>
            <a:endParaRPr lang="en-GB" sz="4800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46DE3-E573-9D44-69D5-A40CE32BFC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B4BEF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Finn Cooper – sd22404</a:t>
            </a:r>
          </a:p>
        </p:txBody>
      </p:sp>
    </p:spTree>
    <p:extLst>
      <p:ext uri="{BB962C8B-B14F-4D97-AF65-F5344CB8AC3E}">
        <p14:creationId xmlns:p14="http://schemas.microsoft.com/office/powerpoint/2010/main" val="299946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ABEC5-AA10-5DAE-1AFA-1DF9E0F4E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87A7-4CED-3377-E3B2-5EF2E1A8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299"/>
            <a:ext cx="10515600" cy="57785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B4BEF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E2FA8-BE80-3876-3C98-A93644712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19150"/>
            <a:ext cx="5257801" cy="53578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GB" sz="2000" b="1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solidFill>
                  <a:srgbClr val="CBA6F7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Problem</a:t>
            </a:r>
            <a:endParaRPr lang="en-GB" sz="1600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Assembly is low-level, state changes are hard to see; visual simulations are used.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Existing solutions are predominantly visual or analytical, such as LMC.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600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solidFill>
                  <a:srgbClr val="89B4FA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Idea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DD6F4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Playsemble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DD6F4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gamifies assembly programming to great success; shows that meaningful consequences enhance engagement.</a:t>
            </a:r>
            <a:endParaRPr lang="en-GB" sz="2000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Live coding gives immediate feedback and inherently exposes state of the system.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 live coding be applied to assembly programming to enhance learning?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A1B8925-F14B-6FF9-44BB-5E82994177D5}"/>
              </a:ext>
            </a:extLst>
          </p:cNvPr>
          <p:cNvSpPr txBox="1">
            <a:spLocks/>
          </p:cNvSpPr>
          <p:nvPr/>
        </p:nvSpPr>
        <p:spPr>
          <a:xfrm>
            <a:off x="6096000" y="819149"/>
            <a:ext cx="5257801" cy="5357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sz="2000" b="1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solidFill>
                  <a:srgbClr val="F9E2A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Objectives</a:t>
            </a:r>
            <a:endParaRPr lang="en-GB" sz="1600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O1: Accessibility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O2: Conceptual Transparency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O3: Musical Engagement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O4: Musical Expressiveness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O5: Educational Viability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600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solidFill>
                  <a:srgbClr val="FAB387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Plan</a:t>
            </a:r>
            <a:endParaRPr lang="en-GB" sz="2000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Develop in two stages: a minimum viable product, and a final version.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Build for web to increase accessibility and reduce installation friction.</a:t>
            </a:r>
          </a:p>
        </p:txBody>
      </p:sp>
    </p:spTree>
    <p:extLst>
      <p:ext uri="{BB962C8B-B14F-4D97-AF65-F5344CB8AC3E}">
        <p14:creationId xmlns:p14="http://schemas.microsoft.com/office/powerpoint/2010/main" val="1704127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71EF1-44BB-F219-B6E1-9D2D99F52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46979-9BC6-341F-8160-88EE3673F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299"/>
            <a:ext cx="10515600" cy="57785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B4BEF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EBF7F-6D66-9D6F-3994-B0DE3A2F6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19150"/>
            <a:ext cx="10515599" cy="53578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GB" sz="2000" b="1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GB" sz="2000" b="1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C24CA6C-E39A-1A63-401A-4C342BBABB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199" y="1337039"/>
            <a:ext cx="10515601" cy="432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82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987C0-B52B-58FA-E2A0-852483AC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0D5B2-8A3C-646C-5CE6-3B909E27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299"/>
            <a:ext cx="10515600" cy="57785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B4BEF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Evaluation and 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2FB9B-6BF8-AA9D-A96F-6599A825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19150"/>
            <a:ext cx="5257801" cy="53578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GB" sz="2000" b="1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solidFill>
                  <a:srgbClr val="89B4FA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Methods</a:t>
            </a:r>
            <a:endParaRPr lang="en-GB" sz="2000" b="1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Jakob Nielsen’s Heuristics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Think Aloud Sessions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SUS Questionnaire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Likert Scale Questions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600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solidFill>
                  <a:srgbClr val="A6E3A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b="1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MVP Nielsen</a:t>
            </a: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severe usability issues</a:t>
            </a:r>
            <a:b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b="1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MVP</a:t>
            </a: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b="1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SUS</a:t>
            </a: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63.54 – less than “good”</a:t>
            </a:r>
            <a:b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b="1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MVP Feedback</a:t>
            </a: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solid idea, areas unclear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b="1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 Nielsen</a:t>
            </a: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minimal usability issues</a:t>
            </a:r>
            <a:b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b="1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 SUS</a:t>
            </a: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81.04 (+17.50) – “good”</a:t>
            </a:r>
            <a:b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b="1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 Feedback</a:t>
            </a: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majorly positive response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432C13C-4EB9-2855-540A-620D8F215444}"/>
              </a:ext>
            </a:extLst>
          </p:cNvPr>
          <p:cNvSpPr txBox="1">
            <a:spLocks/>
          </p:cNvSpPr>
          <p:nvPr/>
        </p:nvSpPr>
        <p:spPr>
          <a:xfrm>
            <a:off x="6096000" y="819150"/>
            <a:ext cx="5257801" cy="60388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GB" sz="2000" b="1" dirty="0">
              <a:solidFill>
                <a:srgbClr val="F9E2A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solidFill>
                  <a:srgbClr val="F9E2A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Conclusion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DD6F4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Shows viability as an engaging and usable introduction to assembly programming. Limited evidence for concrete educational viability and musical expressiveness.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600" b="1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solidFill>
                  <a:srgbClr val="FAB387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Limitations</a:t>
            </a:r>
            <a:endParaRPr lang="en-GB" sz="2000" b="1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Heuristic analysis used single evaluators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Didn’t Evaluate: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objective improvement in understanding</a:t>
            </a:r>
            <a:b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musical expressiveness and capabilities</a:t>
            </a:r>
            <a:b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against other live coding systems</a:t>
            </a:r>
            <a:b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against other assembly simulators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sz="1600" dirty="0">
              <a:solidFill>
                <a:srgbClr val="CDD6F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F38BA8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Future 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CDD6F4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DD6F4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assess objective </a:t>
            </a: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learning improvement</a:t>
            </a:r>
            <a:b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assess complexity of created music</a:t>
            </a:r>
            <a:b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DD6F4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add </a:t>
            </a:r>
            <a:r>
              <a:rPr lang="en-GB" sz="1600" dirty="0">
                <a:solidFill>
                  <a:srgbClr val="CDD6F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more QoL features to the system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F38BA8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85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4145</TotalTime>
  <Words>270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JetBrains Mono</vt:lpstr>
      <vt:lpstr>Office Theme</vt:lpstr>
      <vt:lpstr>ASyMphony</vt:lpstr>
      <vt:lpstr>Introduction</vt:lpstr>
      <vt:lpstr>Implementation</vt:lpstr>
      <vt:lpstr>Evaluation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 Cooper</dc:creator>
  <cp:lastModifiedBy>Finn Cooper</cp:lastModifiedBy>
  <cp:revision>692</cp:revision>
  <dcterms:created xsi:type="dcterms:W3CDTF">2026-04-19T16:33:01Z</dcterms:created>
  <dcterms:modified xsi:type="dcterms:W3CDTF">2026-05-19T14:29:01Z</dcterms:modified>
</cp:coreProperties>
</file>